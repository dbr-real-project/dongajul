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6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360" y="149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9D2102-C1EB-45D5-8411-F975F152FC5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11B14-3FB8-4239-AEEC-90B0226BFD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8899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11B14-3FB8-4239-AEEC-90B0226BFDA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637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0DDDA18-40BE-489B-93A0-73A9D3648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850" y="8245475"/>
            <a:ext cx="9448800" cy="6381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8566834-87BF-4975-92C6-B4219EE78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" y="-2"/>
            <a:ext cx="20111805" cy="1130935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C6EF5CF-B4C0-4006-92D3-1720CEF4F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0"/>
            <a:ext cx="20104100" cy="1130439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5890391-55D2-4672-A025-5A06579B51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3050" y="-3560762"/>
            <a:ext cx="8328471" cy="764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079E-6 -1.14542E-6 L 2.5079E-6 0.2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9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27668"/>
            <a:ext cx="20104100" cy="1130855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CFE4174-52D3-49F6-A416-E73CB8031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385" y="2682875"/>
            <a:ext cx="9220201" cy="617044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DB306BE-452B-4A60-8676-E61680FC50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943285"/>
            <a:ext cx="20104100" cy="236742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02E09B3-DF83-4EA1-B21C-E82F3802A2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2050" y="2837034"/>
            <a:ext cx="9652470" cy="61704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A61C114-D696-4E5C-83A9-EC81C59649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" t="565"/>
          <a:stretch/>
        </p:blipFill>
        <p:spPr>
          <a:xfrm>
            <a:off x="0" y="0"/>
            <a:ext cx="20186650" cy="1130855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BB0EA78-A1D3-481D-9480-A293F2E194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86650" cy="113610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9DA788-7051-44F3-BA88-212477B33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0" y="7926274"/>
            <a:ext cx="18516600" cy="10191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9AB2ACD-DF6B-4CB5-A4CD-498A09DD43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" y="2682875"/>
            <a:ext cx="1874520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5315" y="0"/>
            <a:ext cx="20104100" cy="1130855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ADF98C1-BAF4-4803-AB02-648C910D16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018" y="0"/>
            <a:ext cx="10112935" cy="1130855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E38021D-E868-40E5-B8FF-802F07790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" y="3932435"/>
            <a:ext cx="9222539" cy="385584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E4E98EB-EA43-4C1C-A004-3287E1E34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388" y="2728515"/>
            <a:ext cx="8305800" cy="12954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F5B1DAC-4B17-418C-B7FE-C23FC054AB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316" y="0"/>
            <a:ext cx="20119415" cy="11309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4D48930-2701-45C9-BA21-1B498811B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4927894-84E7-4DC6-A52B-A66642C49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82550" y="0"/>
            <a:ext cx="20186650" cy="1130855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DA4D019-3E61-4BEC-806D-0B77C9F44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250" y="2911475"/>
            <a:ext cx="9906000" cy="698156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C8138BC-EA83-498A-81BC-D9092F89CD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650" y="3292475"/>
            <a:ext cx="10149840" cy="63436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00861A6-75D9-499E-AC00-A36D5A365A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0" y="3273425"/>
            <a:ext cx="9121271" cy="6343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4AA540F-B582-4560-8604-D20E177FD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050" y="0"/>
            <a:ext cx="11373210" cy="83819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6B26F94-32AA-4AE9-8571-4A58E5EF4DC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334"/>
          <a:stretch/>
        </p:blipFill>
        <p:spPr>
          <a:xfrm>
            <a:off x="1060450" y="1008953"/>
            <a:ext cx="8446407" cy="98812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01E97B8-F15E-48CF-9CA4-741B40D036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538389"/>
            <a:ext cx="685800" cy="199208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08C4F62-FB70-439D-BF83-CDB88AC3BC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0" y="0"/>
            <a:ext cx="20104100" cy="112934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AECE378-04BE-4BA2-9200-6EB3A6FB22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50" y="625475"/>
            <a:ext cx="11506200" cy="199208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Words>1</Words>
  <Application>Microsoft Office PowerPoint</Application>
  <PresentationFormat>사용자 지정</PresentationFormat>
  <Paragraphs>1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smhrd</cp:lastModifiedBy>
  <cp:revision>22</cp:revision>
  <dcterms:created xsi:type="dcterms:W3CDTF">2026-05-18T05:52:13Z</dcterms:created>
  <dcterms:modified xsi:type="dcterms:W3CDTF">2026-05-19T03:04:52Z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2026-05-18T00:00:00Z</vt:filetime>
  </property>
  <property fmtid="{D5CDD505-2E9C-101B-9397-08002B2CF9AE}" pid="3" name="LastSaved">
    <vt:filetime>2026-05-18T00:00:00Z</vt:filetime>
  </property>
  <property fmtid="{D5CDD505-2E9C-101B-9397-08002B2CF9AE}" pid="4" name="Producer">
    <vt:lpwstr>3-Heights(TM) PDF Security Shell 4.8.25.2 (http://www.pdf-tools.com)</vt:lpwstr>
  </property>
</Properties>
</file>